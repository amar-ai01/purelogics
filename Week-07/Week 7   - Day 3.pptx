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dafba7c6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5dafba7c6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5dafba7c6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f5dafba7c6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dafba7c6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5dafba7c6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dafba7c6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f5dafba7c6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dafba7c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5dafba7c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dafba7c6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5dafba7c6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dafba7c6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5dafba7c6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dafba7c6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5dafba7c6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dafba7c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5dafba7c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5dafba7c6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5dafba7c6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dafba7c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5dafba7c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dafba7c6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5dafba7c6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dafba7c6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5dafba7c6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dafba7c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f5dafba7c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dafba7c6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5dafba7c6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dafba7c6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5dafba7c6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5dafba7c6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5dafba7c6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dafba7c6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5dafba7c6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dafba7c6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5dafba7c6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dafba7c6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5dafba7c6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Fine-Tuning LLMs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Overview &amp; Learning Objectives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Recap of transformer and architecture fundamentals.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Today’s focus: applying transfer learning to fine-tune DistilBERT.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topics: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Transfer Learning in NLP.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preparation &amp; tokenization.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Fine-tuning process using Hugging Face Trainer API.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Brief overview of evaluation metrics (precision, recall, F1-score).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Transfer Learning: Adapting a Pre-Trained Model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Why Transfer Learning?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Leverages vast knowledge from pre-training on large corpora.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Requires fewer task-specific data and less training time.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DistilBERT as a Case Study: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 distilled version of BERT: 40% smaller, 60% faster with comparable performance.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Ideal for resource-efficient fine-tuning.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Real-World 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Applications such as sentiment analysis, spam detection, and question-answering systems benefit from this approach.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Preparation &amp; Preprocessing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192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Dataset Requirements: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Ensure high-quality, task-specific labeled data.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Example: Use a text classification dataset (e.g., sentiment analysis or multi-class categorization).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Data Cleaning Steps: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Lowercasing, removing HTML tags, URLs, and special characters.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Handling missing or inconsistent labels.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Splitting Data: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Divide into training, validation, and test subsets.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0" y="2960163"/>
            <a:ext cx="69723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Tokenization Using Hugging Face Tools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21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Tokenizer Selection:</a:t>
            </a:r>
            <a:endParaRPr b="1"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DistilBertTokenizer</a:t>
            </a:r>
            <a:r>
              <a:rPr lang="en" sz="1100">
                <a:solidFill>
                  <a:schemeClr val="dk1"/>
                </a:solidFill>
              </a:rPr>
              <a:t> from Hugging Face for text inputs.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Tokenizing the Text:</a:t>
            </a:r>
            <a:endParaRPr b="1"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Convert cleaned text data into token IDs.</a:t>
            </a:r>
            <a:endParaRPr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Ensure sequences are truncated (or padded) to the model's maximum length.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Dataset Conversion:</a:t>
            </a:r>
            <a:endParaRPr b="1"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Convert the Pandas DataFrame into a Hugging Face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Dataset</a:t>
            </a:r>
            <a:r>
              <a:rPr lang="en" sz="1100">
                <a:solidFill>
                  <a:schemeClr val="dk1"/>
                </a:solidFill>
              </a:rPr>
              <a:t> object.</a:t>
            </a:r>
            <a:endParaRPr sz="1100">
              <a:solidFill>
                <a:schemeClr val="dk1"/>
              </a:solidFill>
            </a:endParaRPr>
          </a:p>
          <a:p>
            <a:pPr indent="-2932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Map a tokenization function in batched mode.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075" y="3287575"/>
            <a:ext cx="7551849" cy="12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Configuring the Fine-Tuning Process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Loading the Model: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DistilBertForSequenceClassification</a:t>
            </a:r>
            <a:r>
              <a:rPr lang="en" sz="1100">
                <a:solidFill>
                  <a:schemeClr val="dk1"/>
                </a:solidFill>
              </a:rPr>
              <a:t> for classification tasks.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Specify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num_labels</a:t>
            </a:r>
            <a:r>
              <a:rPr lang="en" sz="1100">
                <a:solidFill>
                  <a:schemeClr val="dk1"/>
                </a:solidFill>
              </a:rPr>
              <a:t> according to the task (binary, multi-class, etc.).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Training Arguments: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Define parameters: learning rate, batch size, number of epochs, etc.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Set up evaluation strategies (e.g., evaluation at each epoch).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Creating Trainer Instance: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Combine the model, tokenizer, dataset, and data collator.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8" y="1033463"/>
            <a:ext cx="820102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to Expect During Fine-Tuning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Training Dynamics: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Model adapts pre-trained weights to task-specific nuances.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Monitor loss and accuracy trends to detect convergence or overfitting.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Evaluation Metrics: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Focus on accuracy, precision, recall, and F1-score.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validation data to assess model improvements at each epoch.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Expected Performance: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DistilBERT, fine-tuned on a properly prepared dataset, can achieve competitive performance even on smaller tasks.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Share anecdotal insights or typical metrics (e.g., 85%+ accuracy on sentiment tasks) as benchmarks.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Training Execution &amp; Monitoring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Launch the Training Process: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the Trainer API’s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trainer.train()</a:t>
            </a:r>
            <a:r>
              <a:rPr lang="en" sz="1100">
                <a:solidFill>
                  <a:schemeClr val="dk1"/>
                </a:solidFill>
              </a:rPr>
              <a:t> to start fine-tuning.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Emphasize iterations/epochs and expected runtime.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Monitoring Tools: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TensorBoard:</a:t>
            </a:r>
            <a:r>
              <a:rPr lang="en" sz="1100">
                <a:solidFill>
                  <a:schemeClr val="dk1"/>
                </a:solidFill>
              </a:rPr>
              <a:t> For real-time visualization of loss, accuracy, and other metrics.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Weights &amp; Biases (W&amp;B):</a:t>
            </a:r>
            <a:r>
              <a:rPr lang="en" sz="1100">
                <a:solidFill>
                  <a:schemeClr val="dk1"/>
                </a:solidFill>
              </a:rPr>
              <a:t> For advanced experiment tracking.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Metrics to Watch: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Training loss, validation loss.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Accuracy trends and any early signs of overfitting.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625" y="3822850"/>
            <a:ext cx="5719476" cy="74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Saving and Deploying Your Fine-Tuned Model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Saving the Model: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Hugging Face’s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model.save_pretrained()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tokenizer.save_pretrained()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Discuss versioning and model registry practices.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Deployment Options: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Local API deployment using Flask or FastAPI.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Cloud deployment via Hugging Face Inference API, AWS SageMaker, or Azure ML.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Inference Pipeline: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Outline how to load the saved model for predictions.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 use case: classify incoming text in a production environment.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 Evaluation &amp; Metrics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3800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Evaluation Approach: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 the test dataset to generate predictions.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Compute standard metrics: accuracy, precision, recall, and F1-score.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Generating a Classification Report: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Leverage libraries such as scikit-learn for detailed performance analysis.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Visualizing Performance: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Create a confusion matrix to pinpoint misclassification patterns.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500" y="1138275"/>
            <a:ext cx="4726800" cy="2866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Error Analysis and Iterative Refinement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Identifying Errors: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Look at examples where the model’s predictions differ from true labels.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Analyze whether misclassified cases share common patterns (e.g., ambiguous phrasing or domain-specific jargon).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Strategies for Improvement: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Increase training epochs or adjust the learning rate.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Augment the training dataset with additional, domain-specific data if necessary.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Cases: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Adjust model strategies if minority classes are under-predicted.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i="1" lang="en" sz="1100">
                <a:solidFill>
                  <a:schemeClr val="dk1"/>
                </a:solidFill>
              </a:rPr>
              <a:t>What are some reasons your model might consistently err on one category?</a:t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Saving and Deploying Your Fine-Tuned Model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275" y="1231900"/>
            <a:ext cx="7591425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Comparative Analysis: Precision, Recall &amp; F1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Metrics Recap: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Precision:</a:t>
            </a:r>
            <a:r>
              <a:rPr lang="en" sz="1100">
                <a:solidFill>
                  <a:schemeClr val="dk1"/>
                </a:solidFill>
              </a:rPr>
              <a:t> Measures correctness of positive predictions.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Recall:</a:t>
            </a:r>
            <a:r>
              <a:rPr lang="en" sz="1100">
                <a:solidFill>
                  <a:schemeClr val="dk1"/>
                </a:solidFill>
              </a:rPr>
              <a:t> Measures the ability to capture all positive samples.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F1-score:</a:t>
            </a:r>
            <a:r>
              <a:rPr lang="en" sz="1100">
                <a:solidFill>
                  <a:schemeClr val="dk1"/>
                </a:solidFill>
              </a:rPr>
              <a:t> The harmonic mean of precision and recall.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Benchmarking: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Compare baseline performance (pre-fine-tuning) versus post-fine-tuning performance.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Discuss expected ranges based on similar projects.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Discussion Points: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How these metrics impact the end application.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Trade-offs between precision and recall in different contexts (e.g., high recall for QA, high precision for spam filtering).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Full Fine-Tuning vs. Parameter-Efficient Fine-Tuning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Fine-Tuning Spectrum: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Full fine-tuning updates every parameter in the pre-trained model.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Parameter-Efficient Fine-Tuning (PEFT) freezes the base model and trains only a small set of added parameters.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Why PEFT Emerged: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Modern LLMs have hundreds of millions to billions of parameters, so full fine-tuning demands large GPU memory and a full model copy per task.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Methods like LoRA train under 1% of parameters while recovering most of full fine-tuning's performance.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Today's Focus: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Compare how full fine-tuning and LoRA/PEFT differ, and when to reach for each approach.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LoRA Works: Low-Rank Adaptation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192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Core Idea: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Freeze the pre-trained weights W and learn a small update ΔW = B×A instead of touching W directly.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Math: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Output becomes h = Wx + BAx, where B and A are low-rank matrices with rank r much smaller than model dimension 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Why It's Efficient: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Rank r is typically 4–64, so only B and A are trained — a tiny fraction of W's size.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9" name="Google Shape;1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1500" y="3030000"/>
            <a:ext cx="3741001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PEFT Family: Beyond LoRA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Adapter Layers: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Insert small trainable feed-forward modules between transformer layers; the base model stays frozen.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Prefix / Prompt Tuning: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Learn continuous task-specific vectors prepended to the input instead of touching model weights.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QLoRA: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Combines LoRA with 4-bit quantization of the base model for extreme memory savings on a single GPU.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Where LoRA Fits: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most widely adopted PEFT method — simple to implement, adds no extra inference latency, and performs consistently well.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Full Fine-Tuning vs. LoRA: Head-to-Head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81927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Trainable Parameters: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Full fine-tuning updates ~100% of weights; LoRA typically updates under 1%.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Memory &amp; Storage: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LoRA needs far less optimizer memory and only megabytes of storage per task, versus a full model copy for full fine-tuning.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Speed &amp; Performance: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LoRA trains faster per step and typically lands within 1–2% of full fine-tuning accuracy on most tasks.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1500" y="3030000"/>
            <a:ext cx="3741001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Choosing the Right Approach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Choose Full Fine-Tuning When: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You have ample compute and need maximum performance on one well-resourced task.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target domain is very different from the pre-training data and needs deep weight changes.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Choose LoRA/PEFT When: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You need to serve many task-specific variants of the same base model cheaply.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Compute, memory, or storage budget is limited — including single consumer-GPU setups.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Applied to This Course: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Our DistilBERT walkthrough uses full fine-tuning for clarity, but the same Trainer API workflow extends directly to LoRA via Hugging Face's PEFT library.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Wrap-Up &amp; Q&amp;A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Recap: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Importance of data preprocessing and tokenization.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Setting up the Trainer API and monitoring the fine-tuning process.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Evaluating the model using classification reports and confusion matrices.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Steps toward deploying and maintaining a fine-tuned model.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